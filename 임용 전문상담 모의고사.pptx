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9" r:id="rId5"/>
    <p:sldId id="260" r:id="rId6"/>
    <p:sldId id="261" r:id="rId7"/>
    <p:sldId id="262" r:id="rId8"/>
    <p:sldId id="266" r:id="rId9"/>
    <p:sldId id="268" r:id="rId10"/>
    <p:sldId id="269" r:id="rId11"/>
    <p:sldId id="265" r:id="rId12"/>
    <p:sldId id="270" r:id="rId13"/>
    <p:sldId id="271" r:id="rId14"/>
    <p:sldId id="272" r:id="rId15"/>
    <p:sldId id="264" r:id="rId16"/>
    <p:sldId id="273" r:id="rId17"/>
    <p:sldId id="285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7" r:id="rId28"/>
    <p:sldId id="286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6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B7DDC-6978-C270-7D14-4C3023DDF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2BC49D-C5D0-5A73-32B7-3E03EE563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C3CD0E-CC4E-F4B9-B820-A0592DA1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3EC64-CF39-14A6-F5F7-63F08A4BA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FCBEE-1A25-4AEB-7DBD-26891BD1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11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433E5-9C28-1351-5B22-C4BCCAE4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D676A3-39AA-38EF-3B98-52E6BD19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7D123-E26F-ED77-9AB9-FAE447D1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0429E6-9249-A8B0-3021-C40DE7E9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196AA-A805-3328-898B-C3319E80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63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E4D5C-BAD2-43F9-2E33-0158070F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0F1FF9-2516-397A-49EA-A3B34192D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611A9C-0AD0-95C0-5740-A097EC62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326846-9993-EB2E-9555-DD91D476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7BA253-A023-1B54-5D9C-D25E3CF7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88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9FFEB-62EE-9D1A-5799-913F7607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8A320-1F51-670C-336D-9B102006A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AABC2-53A0-16A0-6B9A-ECEECAAA5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FAC1A5-5D0F-AFE7-C4F1-E02DDA76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5BCEB-3F58-045F-AB4E-D4A380C0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A47B2F-1D32-F325-E708-AD43A786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42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5E3F2-DA1D-B2AC-04DE-3D205318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01DD6D-69D2-5279-1BBE-308C98F05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02D177-94AA-F469-AC82-833AE0C0D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008A9D-DE44-DD6A-43CA-B34192F22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858FA4-C8B3-2FA9-2205-1353F88A3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F0CC33-3A7D-A558-AECC-8C02DE279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328E7F-6A5B-70EA-58B7-1C6C53B2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5979A6-B268-8E73-EFDD-5BA60176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789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A959C-DC06-7D6A-574A-8FB517A5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FF6987-867A-1C44-FE13-E20650E1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644443-8A7A-759E-C612-0FF18B03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E781DF-5611-840B-C3A9-CA88105B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81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86D11F-0D1D-F163-A13A-6908B954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C027C1-27FD-DFF6-302C-ACEF3915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A549C9-AEF7-14BF-095B-E2850D1C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92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C67D9-DAC3-0E1E-0405-603FE427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CF7D-3476-7241-D8AE-8740A582B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567D23-CD7D-263B-DF76-7DBC5313E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5ED871-369B-9527-FEC0-BFE5A15AF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DCB7F9-D764-354B-57F5-B70EC1BA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DCBA9B-AA65-6068-2A7A-B819749D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65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0F8F4-BC3D-C333-1E58-C126C34F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D474E5-0B58-543A-946B-3BAC086CB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5BEAD7-63EA-8872-7F1A-5A8ED1A86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1EF74C-9EAE-3F47-2612-EDE19F6D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7E0B74-EF97-6773-0335-C8FFB350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49F985-2679-54FB-152C-D0B4067F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69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85D2E-4CB6-1A44-F6E8-58756533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520C35-9363-5CF5-5BDF-77A7C0F34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E8F3D-E5AE-C65C-CE2F-8FC74550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803CE5-AFDC-4096-A31C-78A0E3EE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8239F-E98E-4693-7DA9-A7BEF31E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49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0A92D5-E4D6-CE80-2FC4-7B93E70B1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571A3B-6A02-16F3-CD15-A88500582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6C34DD-C4E7-3612-D883-79C5A7F3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F7F9D6-18F3-9605-69A6-FFA1778A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E7FEC1-B07A-AA79-4F29-1FF0036C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88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72AE3A-1040-FC86-5DBC-39F45780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A37DD1-9E03-D642-B86A-9676B2797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FB79A-FC13-2538-36D2-56FDEC2EF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DACE6-8092-4888-9D41-D4BD7D66136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30D6B-E8C9-3143-8526-E3B45C086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AC0729-E154-EBF3-8270-39BF8D816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07D43-633E-4E39-A7E0-A34C0C7E6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61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C57CA66-4C87-700A-3E65-F47EEEEB7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82" y="2979279"/>
            <a:ext cx="5173361" cy="2657846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F03F4F0-439C-386D-7155-8491D1D90613}"/>
              </a:ext>
            </a:extLst>
          </p:cNvPr>
          <p:cNvSpPr/>
          <p:nvPr/>
        </p:nvSpPr>
        <p:spPr>
          <a:xfrm>
            <a:off x="2021624" y="283779"/>
            <a:ext cx="7551683" cy="21598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6000" dirty="0"/>
              <a:t>2027 </a:t>
            </a:r>
            <a:r>
              <a:rPr lang="ko-KR" altLang="en-US" sz="6000" dirty="0"/>
              <a:t>모의고사</a:t>
            </a:r>
            <a:r>
              <a:rPr lang="en-US" altLang="ko-KR" sz="6000" dirty="0"/>
              <a:t> </a:t>
            </a:r>
          </a:p>
          <a:p>
            <a:pPr algn="ctr"/>
            <a:r>
              <a:rPr lang="en-US" altLang="ko-KR" sz="6000" dirty="0"/>
              <a:t>(</a:t>
            </a:r>
            <a:r>
              <a:rPr lang="ko-KR" altLang="en-US" sz="6000" dirty="0"/>
              <a:t>전문상담</a:t>
            </a:r>
            <a:r>
              <a:rPr lang="en-US" altLang="ko-KR" sz="6000" dirty="0"/>
              <a:t>)</a:t>
            </a:r>
            <a:endParaRPr lang="ko-KR" altLang="en-US" sz="60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4062885-716A-58AB-9856-98B837639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854476"/>
              </p:ext>
            </p:extLst>
          </p:nvPr>
        </p:nvGraphicFramePr>
        <p:xfrm>
          <a:off x="6096000" y="3616569"/>
          <a:ext cx="4908062" cy="188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031">
                  <a:extLst>
                    <a:ext uri="{9D8B030D-6E8A-4147-A177-3AD203B41FA5}">
                      <a16:colId xmlns:a16="http://schemas.microsoft.com/office/drawing/2014/main" val="1929760711"/>
                    </a:ext>
                  </a:extLst>
                </a:gridCol>
                <a:gridCol w="2454031">
                  <a:extLst>
                    <a:ext uri="{9D8B030D-6E8A-4147-A177-3AD203B41FA5}">
                      <a16:colId xmlns:a16="http://schemas.microsoft.com/office/drawing/2014/main" val="200796652"/>
                    </a:ext>
                  </a:extLst>
                </a:gridCol>
              </a:tblGrid>
              <a:tr h="9414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605075"/>
                  </a:ext>
                </a:extLst>
              </a:tr>
              <a:tr h="9414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패스워드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780340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B838A12-1210-B55B-AD0A-70E20CC007C4}"/>
              </a:ext>
            </a:extLst>
          </p:cNvPr>
          <p:cNvSpPr/>
          <p:nvPr/>
        </p:nvSpPr>
        <p:spPr>
          <a:xfrm>
            <a:off x="6318738" y="2719754"/>
            <a:ext cx="4396154" cy="709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아이디</a:t>
            </a:r>
            <a:r>
              <a:rPr lang="en-US" altLang="ko-KR" dirty="0"/>
              <a:t>/</a:t>
            </a:r>
            <a:r>
              <a:rPr lang="ko-KR" altLang="en-US" dirty="0"/>
              <a:t>패스워드 입력하세요</a:t>
            </a:r>
            <a:r>
              <a:rPr lang="en-US" altLang="ko-KR" dirty="0"/>
              <a:t>~~!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4903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43383FF-D088-85D9-0809-7A14D97A1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12" y="0"/>
            <a:ext cx="5173361" cy="265784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20D1EFD-72BE-E60E-89FA-79D24D68101B}"/>
              </a:ext>
            </a:extLst>
          </p:cNvPr>
          <p:cNvSpPr/>
          <p:nvPr/>
        </p:nvSpPr>
        <p:spPr>
          <a:xfrm>
            <a:off x="378372" y="2657846"/>
            <a:ext cx="4918842" cy="4089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준비중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A559E70-8BF5-A37B-CD5C-B9D98FA2F462}"/>
              </a:ext>
            </a:extLst>
          </p:cNvPr>
          <p:cNvSpPr/>
          <p:nvPr/>
        </p:nvSpPr>
        <p:spPr>
          <a:xfrm>
            <a:off x="8398574" y="285570"/>
            <a:ext cx="1981200" cy="9730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답안지  작성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F3DB2D-76CF-B795-57FF-DB00EF359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E1A9A68-9A8B-3ECC-0918-64097E4DA006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42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D5B39-8D13-901D-650D-C2AE33C9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10E8DD-82F0-39CA-FB56-65933B4CA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24A5CA-1007-E737-5138-2EB8665D729F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7B2F2E8-BE69-28FC-ACEE-E7998E13CEC8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E9E1D0EA-967B-0327-B86A-DA1648636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55287-7101-B173-7D51-A23CF809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9EFDA-AFDA-FEE8-5A04-4187B98E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345452-2D82-8DE1-1822-1F5684F2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CDB289-EE57-ACA6-36C0-D126638BFB00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8F2FFA9-0FC7-471B-F502-F1E760C73E91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E7BA72F-78BA-8891-8F6C-BD9E3B549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7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E592-66C1-FC70-9CA9-0AAA4461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60EA2-4DF9-90DA-DD1E-6AF3BD26B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43F03D-3D67-15B0-3566-F1252ED7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CC16FA-D046-DB78-E5FB-55D99B0277ED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BC5B14F-167C-C159-9367-968496C023E1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99E05031-4437-43E8-54D7-97589BB10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9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C12B-B070-1B3C-B1ED-007C440D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C263E-0CBB-56BC-685F-112BAEDC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84FA0-4473-1F4F-7C49-A6EDFD36A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92F0B0-8165-1986-B4FD-1612988E5B0C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ADDEE44-B52B-B146-5828-201A989CDD3F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5AA2F73-C36F-5462-4528-928555B3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04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7563E-5898-F329-F75E-C4A12B5C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4A7A0-A76C-2877-C04B-E21432B9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3E4AD-82D2-8B97-4FE4-E16EBD1F2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90A1A1-053D-686B-54EE-354697458B9E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BA6A906-7036-85E8-24C7-9BBDEF9FA84A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9464CC35-D5FD-FC95-F3C4-B9B06E8AE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681D-4429-4A64-D1DA-B694EF8B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E2407-4E54-20CA-FE36-AAFED51D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A32A34-E910-EAA7-AE10-89FEE9D52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478E6A-E65C-16F8-4EFB-0504909C4E1D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6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1F1C2F2-7FF5-E614-D017-0F9394774644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E3104CFB-4ABE-D86C-E4D9-E075FB4B0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4B31-375A-90EA-FD45-C69FFC152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A620D-DE78-7AC6-7CDF-ED9F8EFC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89C8D-5678-8FEF-580A-970CB10D2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FF5434-53FF-3EBE-F8CA-D869D7488E97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7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17A397C-EF47-FB7F-90F1-FD5F1C1D2F33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7D9CB70-FA1A-B846-A44D-1725A1F9D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1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009A-FB71-9027-099C-BB21717F7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F9234-D6D9-900A-CFB9-5BA9ACED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72BDCDF-D389-DCC6-1950-36CFA92DD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1947" y="-1"/>
            <a:ext cx="5640053" cy="674764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2B2F718-C9A9-4318-1A69-165CC19998DE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8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421BDE3-18D5-5EFE-94C4-26D12ABD10D1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232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AD5F1-210F-4523-4A17-8BE3286B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F996E-B99A-BC9D-CC3A-57ED13CE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CC3BC9-4DAC-8F13-A0A9-E304545A0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769A0-2CCE-9C4D-C1E1-0D114E73B39E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9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B43D164-2E03-890F-BCCD-4D945C80C5E7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32976A0-002D-F05D-2D57-4C30E852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9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9263-0346-E42A-9B62-1778518A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56ECC-4E17-6A5F-3AA9-744BCB76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F2B40C-1E3B-78E1-E7AD-DE5ED1F1F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2AAE57-DA92-6F10-35D5-3D7DEBCC7320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C20109B-403A-9FA0-9821-8AB086A1909F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6665FA2-0CB3-F47A-ABDE-5A7F8608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99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5C06-FF6D-AB72-DEA8-ED6B8A85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DCEA2-C8B9-42EB-F7FA-DA27C65C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0320AC-3096-1040-59AC-BFEE7182F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16B536-4D1B-D740-E60C-C85B49DF510B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11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232537F-5F60-42C3-C968-0EA9A118CEFE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5555929B-1075-5648-148C-38BE1CB69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24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D8ED-96C3-36CD-084A-DDA3629C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664E9-A876-2E34-578B-80B19C9C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6691A-3E79-1710-E2BA-4D6659630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3EB9B9-93B0-E4C8-EA1F-25BFB755385F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12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5FBF57A-7DDE-6092-CAF5-BDB62EDD38BC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C3E85154-E7AF-1FD1-0CA1-5B296C420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93" y="0"/>
            <a:ext cx="4953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83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1188B-3FAB-EA1E-A110-773B15E3F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</a:t>
            </a:r>
            <a:r>
              <a:rPr lang="ko-KR" altLang="en-US" dirty="0"/>
              <a:t>형 준비되었으면 입장을 클릭하세요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FC84818-3BD5-7805-F5F4-A4420E674F5B}"/>
              </a:ext>
            </a:extLst>
          </p:cNvPr>
          <p:cNvSpPr/>
          <p:nvPr/>
        </p:nvSpPr>
        <p:spPr>
          <a:xfrm>
            <a:off x="4243754" y="3235569"/>
            <a:ext cx="3305908" cy="2227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입장</a:t>
            </a:r>
          </a:p>
        </p:txBody>
      </p:sp>
    </p:spTree>
    <p:extLst>
      <p:ext uri="{BB962C8B-B14F-4D97-AF65-F5344CB8AC3E}">
        <p14:creationId xmlns:p14="http://schemas.microsoft.com/office/powerpoint/2010/main" val="2373867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FFB8-BB49-F2CE-19A9-097AF5DE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4FFC3-656E-DC75-9246-223E0657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748CE7-EE91-F0D7-79C7-FB533A5C8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B38591-F02A-2252-C45D-519A5674646E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0018B2A-3730-08BE-5ABB-F8C557E85708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9859D542-383E-E31C-330E-505FDF927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59" y="0"/>
            <a:ext cx="4935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5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43657-59C4-4F2A-72D5-E63A8033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129A2-7BE3-BA70-E106-772D66F9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767B86-343C-8E4E-5782-870A1FCAD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E74BBB-3907-36A4-5AFD-7AC73309092E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339CE32-B2D0-D3B0-B4B8-CF92BF0BBD72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FE37844C-BD23-4D3D-9D2D-320FAABD3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59" y="0"/>
            <a:ext cx="4935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B600-6F9E-94A0-F0F2-9CBA5036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ADDAE-D20B-A28B-817A-DAB094CD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BC67AE-0DA0-787A-2758-876575C2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6222BD-676F-3847-37F1-3C017DEB99D1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02E8732-13EB-20D2-E648-72FC9BADD5B6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612B16E3-5C2E-1D29-7AFC-D071A4BBF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59" y="0"/>
            <a:ext cx="4935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98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7D94E-A2F5-C84B-CF2E-C7E3D5110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F5B1A-499C-5F00-FCCB-5513F8A0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B70725-4001-4DC6-E9CC-ED0EA9EBD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6EC738-A5D1-E5AB-560C-E4D57B88C019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8017CF-6F63-C4C4-D32C-C02B860A400C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8CE8A100-8845-3CB8-53C8-642CE575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59" y="0"/>
            <a:ext cx="4935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23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E2FF3-CA9E-007A-640A-0FC42204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1917A-AF91-0525-AE72-305CAC64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\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78B5D9-9C78-38F5-4700-B44490B2CA02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8B061B7-A811-1839-F259-0CD094731D44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2069BAA8-0871-6D7A-860F-B1776CC8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59" y="0"/>
            <a:ext cx="4935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128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2475-BB11-6D36-3683-30EE9581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2E039-CDA1-03E2-AF6E-7B8A405C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C2FDFB-0BA7-ADD0-9B8C-CE9956F5B5E8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6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0BFCAD-F060-7C90-212A-9475D3355000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9F5306BB-1E05-FA93-B628-1104E6EB8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59" y="0"/>
            <a:ext cx="4935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3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C3F7-B7AB-B41D-23C9-83FE686C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55C6D-26E5-5F94-39FB-D03FD75D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A0FDB04-291E-D4C0-42A2-C1840CE2A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6934" y="-1"/>
            <a:ext cx="5425771" cy="674764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5D77397-60CD-403A-6C4A-CE761AFAE199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7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140AC1A-F828-658F-8434-F961B6595181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886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C494-EA0C-673E-B50E-8726FF690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2BBAF-28D4-FB19-6DBB-EB06FA68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1463D-D7BB-CE59-095F-F5F3FA8EA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209902-F976-A736-153A-F7AD3A6DA661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8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AF30992-4C99-C937-6FC7-83EE49705156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A5BD0F3A-84D3-92EE-8BD3-EFBC4516F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338" y="0"/>
            <a:ext cx="5520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19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0D976-9DFB-676F-6879-7B827BEE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7EF3A-59D9-D5D2-AC95-4C917756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9EA716-D69B-6080-3A81-FB5AEA2653CE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9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557FC97-2B15-391D-2D41-916E4BD87D00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395499-9805-DC65-701F-F36B167A4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FFFC0C-EE0B-44EB-2782-9EA10B3CB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338" y="0"/>
            <a:ext cx="5520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6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834A-6CCF-2F66-7EA0-35D01BE4E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0DA8F-76DB-1C99-A254-C34C6FF4A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21A22A-DF41-B593-401D-34A9E3C1C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485755-0A6C-98FB-B7B7-FFE3088A693D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6D0DE9-FE29-6E61-A0ED-121AAC5F6D36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69F1046F-47D5-9781-A08B-6FB62563B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338" y="0"/>
            <a:ext cx="5520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05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3091-1826-1DF2-0BA6-8BEE3E9E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38B9B-5296-7D36-70BF-B5D53FA1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9383C8-30BF-B684-EE30-C955F4D68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F922C4-4761-95BD-76D2-57DDA48AF585}"/>
              </a:ext>
            </a:extLst>
          </p:cNvPr>
          <p:cNvSpPr/>
          <p:nvPr/>
        </p:nvSpPr>
        <p:spPr>
          <a:xfrm>
            <a:off x="378372" y="128954"/>
            <a:ext cx="4918842" cy="6618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</a:t>
            </a:r>
            <a:r>
              <a:rPr lang="en-US" altLang="ko-KR" dirty="0"/>
              <a:t>11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377F5F-86FA-0A5D-5527-8A8F93077E9F}"/>
              </a:ext>
            </a:extLst>
          </p:cNvPr>
          <p:cNvCxnSpPr/>
          <p:nvPr/>
        </p:nvCxnSpPr>
        <p:spPr>
          <a:xfrm>
            <a:off x="637735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8F997455-D89C-571E-4658-3B5C33F9F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338" y="0"/>
            <a:ext cx="5520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9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D0E73-AEFD-3DB6-2212-3FB2DFA0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다시 검토하세요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67F173-EB11-F0D6-EBBA-39F62BBE1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이상이 없으면 제출 버튼을 누르세요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460AB21-1070-1480-06F1-EE0FA3063FBF}"/>
              </a:ext>
            </a:extLst>
          </p:cNvPr>
          <p:cNvSpPr/>
          <p:nvPr/>
        </p:nvSpPr>
        <p:spPr>
          <a:xfrm>
            <a:off x="3780692" y="3329354"/>
            <a:ext cx="4630616" cy="24266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/>
              <a:t>제출</a:t>
            </a:r>
          </a:p>
        </p:txBody>
      </p:sp>
    </p:spTree>
    <p:extLst>
      <p:ext uri="{BB962C8B-B14F-4D97-AF65-F5344CB8AC3E}">
        <p14:creationId xmlns:p14="http://schemas.microsoft.com/office/powerpoint/2010/main" val="2156414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FA2A7-D7AD-FEDD-2353-D9302473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AF2703-6E3D-9D70-6D7B-26418B80E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고생하셨습니다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28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83</Words>
  <Application>Microsoft Office PowerPoint</Application>
  <PresentationFormat>와이드스크린</PresentationFormat>
  <Paragraphs>37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B형 준비되었으면 입장을 클릭하세요</vt:lpstr>
      <vt:lpstr>PowerPoint 프레젠테이션</vt:lpstr>
      <vt:lpstr>PowerPoint 프레젠테이션</vt:lpstr>
      <vt:lpstr>PowerPoint 프레젠테이션</vt:lpstr>
      <vt:lpstr>PowerPoint 프레젠테이션</vt:lpstr>
      <vt:lpstr>\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다시 검토하세요.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변귀섭</dc:creator>
  <cp:lastModifiedBy>변귀섭</cp:lastModifiedBy>
  <cp:revision>1</cp:revision>
  <dcterms:created xsi:type="dcterms:W3CDTF">2026-08-11T11:42:16Z</dcterms:created>
  <dcterms:modified xsi:type="dcterms:W3CDTF">2026-08-11T11:55:43Z</dcterms:modified>
</cp:coreProperties>
</file>